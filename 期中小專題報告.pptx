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9"/>
  </p:notes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EA9E1-A5E4-40BD-82E9-7FEE1E3A8EA3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C52AE-D697-4E94-8746-031B719D0F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541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0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19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0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31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07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85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08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271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662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2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43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C21237D-50D2-4D53-9DB7-EBDDD6BD8B3F}" type="datetimeFigureOut">
              <a:rPr lang="zh-TW" altLang="en-US" smtClean="0"/>
              <a:t>2024/8/25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681B77-CAB7-42A2-AF6D-CBCE704680F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7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zh-tw.photo-ac.com/" TargetMode="External"/><Relationship Id="rId4" Type="http://schemas.openxmlformats.org/officeDocument/2006/relationships/hyperlink" Target="https://www.natertek.com/collections/haworthia?srsltid=AfmBOorc_HHjIbLZSINdNzdPxZHoRbR4VwwC_uNZImB4cve9rgQiCn1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46887" cy="705762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231820" y="1235470"/>
            <a:ext cx="12192000" cy="3566160"/>
          </a:xfrm>
        </p:spPr>
        <p:txBody>
          <a:bodyPr anchor="ctr">
            <a:normAutofit/>
          </a:bodyPr>
          <a:lstStyle/>
          <a:p>
            <a:pPr algn="ctr"/>
            <a:r>
              <a:rPr lang="zh-TW" altLang="en-US" sz="7200" b="1" dirty="0" smtClean="0"/>
              <a:t>期中小專題報告</a:t>
            </a:r>
            <a:r>
              <a:rPr lang="en-US" altLang="zh-TW" sz="7200" b="1" dirty="0" smtClean="0"/>
              <a:t/>
            </a:r>
            <a:br>
              <a:rPr lang="en-US" altLang="zh-TW" sz="7200" b="1" dirty="0" smtClean="0"/>
            </a:br>
            <a:r>
              <a:rPr lang="en-US" altLang="zh-TW" sz="7200" b="1" dirty="0"/>
              <a:t/>
            </a:r>
            <a:br>
              <a:rPr lang="en-US" altLang="zh-TW" sz="7200" b="1" dirty="0"/>
            </a:br>
            <a:r>
              <a:rPr lang="zh-TW" altLang="en-US" sz="6000" b="1" dirty="0" smtClean="0"/>
              <a:t>主題</a:t>
            </a:r>
            <a:r>
              <a:rPr lang="en-US" altLang="zh-TW" sz="6000" b="1" dirty="0" smtClean="0"/>
              <a:t>:</a:t>
            </a:r>
            <a:r>
              <a:rPr lang="zh-TW" altLang="en-US" sz="6000" b="1" dirty="0" smtClean="0"/>
              <a:t>多肉植物購物網</a:t>
            </a:r>
            <a:endParaRPr lang="zh-TW" altLang="en-US" sz="6000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-90152" y="4786626"/>
            <a:ext cx="10395397" cy="1143000"/>
          </a:xfrm>
        </p:spPr>
        <p:txBody>
          <a:bodyPr>
            <a:normAutofit/>
          </a:bodyPr>
          <a:lstStyle/>
          <a:p>
            <a:pPr algn="r"/>
            <a:r>
              <a:rPr lang="zh-TW" altLang="en-US" sz="2800" u="sng" dirty="0" smtClean="0">
                <a:solidFill>
                  <a:schemeClr val="tx2">
                    <a:lumMod val="50000"/>
                  </a:schemeClr>
                </a:solidFill>
              </a:rPr>
              <a:t>學員</a:t>
            </a:r>
            <a:r>
              <a:rPr lang="en-US" altLang="zh-TW" sz="2800" u="sng" dirty="0" smtClean="0">
                <a:solidFill>
                  <a:schemeClr val="tx2">
                    <a:lumMod val="50000"/>
                  </a:schemeClr>
                </a:solidFill>
              </a:rPr>
              <a:t>:</a:t>
            </a:r>
            <a:r>
              <a:rPr lang="zh-TW" altLang="en-US" sz="2800" u="sng" dirty="0" smtClean="0">
                <a:solidFill>
                  <a:schemeClr val="tx2">
                    <a:lumMod val="50000"/>
                  </a:schemeClr>
                </a:solidFill>
              </a:rPr>
              <a:t>黃子欣</a:t>
            </a:r>
            <a:endParaRPr lang="zh-TW" altLang="en-US" sz="2800" u="sng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71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46887" cy="7057624"/>
          </a:xfrm>
          <a:prstGeom prst="rect">
            <a:avLst/>
          </a:prstGeom>
        </p:spPr>
      </p:pic>
      <p:sp>
        <p:nvSpPr>
          <p:cNvPr id="2" name="標題 1"/>
          <p:cNvSpPr txBox="1">
            <a:spLocks/>
          </p:cNvSpPr>
          <p:nvPr/>
        </p:nvSpPr>
        <p:spPr>
          <a:xfrm>
            <a:off x="257577" y="115910"/>
            <a:ext cx="9424988" cy="1012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 u="sng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網站構想</a:t>
            </a:r>
            <a:endParaRPr lang="zh-TW" altLang="en-US" b="1" u="sng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428902" y="1809191"/>
            <a:ext cx="7689082" cy="34392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lg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612000" rtlCol="0" anchor="ctr" anchorCtr="0">
            <a:spAutoFit/>
          </a:bodyPr>
          <a:lstStyle/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由於原本就讀的科系是與農園藝相關的，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因此決定製作一個與園藝相關的網站。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+mn-ea"/>
            </a:endParaRPr>
          </a:p>
          <a:p>
            <a:endParaRPr lang="zh-TW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685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46887" cy="7057624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Grp="1" noChangeAspect="1"/>
          </p:cNvPicPr>
          <p:nvPr>
            <p:ph idx="4294967295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3" b="2005"/>
          <a:stretch/>
        </p:blipFill>
        <p:spPr>
          <a:xfrm>
            <a:off x="1498152" y="1244645"/>
            <a:ext cx="8830704" cy="4814332"/>
          </a:xfrm>
        </p:spPr>
      </p:pic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257578" y="199623"/>
            <a:ext cx="5337175" cy="897518"/>
          </a:xfrm>
        </p:spPr>
        <p:txBody>
          <a:bodyPr/>
          <a:lstStyle/>
          <a:p>
            <a:r>
              <a:rPr lang="zh-TW" altLang="en-US" b="1" u="sng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應用技術</a:t>
            </a:r>
            <a:endParaRPr lang="zh-TW" altLang="en-US" b="1" u="sng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257577" y="115910"/>
            <a:ext cx="9424988" cy="1012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b="1" u="sng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714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46887" cy="7057624"/>
          </a:xfrm>
          <a:prstGeom prst="rect">
            <a:avLst/>
          </a:prstGeom>
        </p:spPr>
      </p:pic>
      <p:graphicFrame>
        <p:nvGraphicFramePr>
          <p:cNvPr id="7" name="內容版面配置區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38586515"/>
              </p:ext>
            </p:extLst>
          </p:nvPr>
        </p:nvGraphicFramePr>
        <p:xfrm>
          <a:off x="1043185" y="1386315"/>
          <a:ext cx="10315984" cy="4988725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473712"/>
                <a:gridCol w="1473712"/>
                <a:gridCol w="1473712"/>
                <a:gridCol w="1473712"/>
                <a:gridCol w="1473712"/>
                <a:gridCol w="1473712"/>
                <a:gridCol w="1473712"/>
              </a:tblGrid>
              <a:tr h="389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Sun.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Mon.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Tue.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Wed.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Thu.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Fri.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Sat.</a:t>
                      </a:r>
                      <a:endParaRPr lang="zh-TW" altLang="en-US" dirty="0"/>
                    </a:p>
                  </a:txBody>
                  <a:tcPr/>
                </a:tc>
              </a:tr>
              <a:tr h="919754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91975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91975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r>
                        <a:rPr lang="zh-TW" altLang="en-US" dirty="0" smtClean="0"/>
                        <a:t>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/>
                </a:tc>
              </a:tr>
              <a:tr h="91975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/>
                </a:tc>
              </a:tr>
              <a:tr h="91975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五邊形 7"/>
          <p:cNvSpPr/>
          <p:nvPr/>
        </p:nvSpPr>
        <p:spPr>
          <a:xfrm>
            <a:off x="2619678" y="3962869"/>
            <a:ext cx="4118569" cy="491127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主題構想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五邊形 8"/>
          <p:cNvSpPr/>
          <p:nvPr/>
        </p:nvSpPr>
        <p:spPr>
          <a:xfrm>
            <a:off x="7086501" y="3966698"/>
            <a:ext cx="4098128" cy="491127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首頁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五邊形 9"/>
          <p:cNvSpPr/>
          <p:nvPr/>
        </p:nvSpPr>
        <p:spPr>
          <a:xfrm>
            <a:off x="1134314" y="4889784"/>
            <a:ext cx="2735397" cy="491127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分頁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關於我們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五邊形 10"/>
          <p:cNvSpPr/>
          <p:nvPr/>
        </p:nvSpPr>
        <p:spPr>
          <a:xfrm>
            <a:off x="4163016" y="4889783"/>
            <a:ext cx="2696855" cy="491127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分頁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商品頁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五邊形 11"/>
          <p:cNvSpPr/>
          <p:nvPr/>
        </p:nvSpPr>
        <p:spPr>
          <a:xfrm>
            <a:off x="7086501" y="4889782"/>
            <a:ext cx="4098128" cy="491127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分頁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會員頁面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五邊形 12"/>
          <p:cNvSpPr/>
          <p:nvPr/>
        </p:nvSpPr>
        <p:spPr>
          <a:xfrm>
            <a:off x="1134314" y="5816699"/>
            <a:ext cx="2735397" cy="491127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簡報製作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257577" y="115910"/>
            <a:ext cx="9424988" cy="1012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製作時程表</a:t>
            </a:r>
            <a:endParaRPr lang="zh-TW" altLang="en-US" b="1" u="sng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914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46887" cy="7057624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367364" y="1972336"/>
            <a:ext cx="91358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製作商品頁面時，導覽列被圖片</a:t>
            </a:r>
            <a:r>
              <a:rPr lang="zh-TW" altLang="en-US" sz="3600" dirty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覆蓋</a:t>
            </a:r>
            <a:r>
              <a:rPr lang="zh-TW" altLang="en-US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3600" dirty="0" smtClean="0">
              <a:solidFill>
                <a:schemeClr val="tx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600" dirty="0">
              <a:solidFill>
                <a:schemeClr val="tx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CSS</a:t>
            </a:r>
            <a:r>
              <a:rPr lang="zh-TW" altLang="en-US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跟</a:t>
            </a:r>
            <a:r>
              <a:rPr lang="en-US" altLang="zh-TW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JS</a:t>
            </a:r>
            <a:r>
              <a:rPr lang="zh-TW" altLang="en-US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較不熟悉，動畫及排版容易跑版、</a:t>
            </a:r>
            <a:endParaRPr lang="en-US" altLang="zh-TW" sz="3600" dirty="0" smtClean="0">
              <a:solidFill>
                <a:schemeClr val="tx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顯示不出來，寫起來有些困難。</a:t>
            </a:r>
            <a:r>
              <a:rPr lang="en-US" altLang="zh-TW" sz="3600" dirty="0" smtClean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3600" dirty="0">
              <a:solidFill>
                <a:schemeClr val="tx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257577" y="115910"/>
            <a:ext cx="9424988" cy="1012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 u="sng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遭遇困難</a:t>
            </a:r>
            <a:endParaRPr lang="zh-TW" altLang="en-US" b="1" u="sng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547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46887" cy="7057624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126435" y="1614712"/>
            <a:ext cx="93427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狂買園藝</a:t>
            </a:r>
            <a:r>
              <a:rPr lang="en-US" altLang="zh-TW" sz="2000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://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www.natertek.com/collections/haworthia?srsltid=AfmBOorc_HHjIbLZSINdNzdPxZHoRbR4VwwC_uNZImB4cve9rgQiCn1D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000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圖片參考</a:t>
            </a:r>
            <a:r>
              <a:rPr lang="en-US" altLang="zh-TW" sz="2000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https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://zh-tw.photo-ac.com/</a:t>
            </a:r>
            <a:endParaRPr lang="en-US" altLang="zh-TW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257577" y="115910"/>
            <a:ext cx="9424988" cy="1012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 u="sng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參考資料來源</a:t>
            </a:r>
            <a:endParaRPr lang="en-US" altLang="zh-TW" b="1" u="sng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819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46887" cy="7057624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3387144" y="2627291"/>
            <a:ext cx="48574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0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謝謝</a:t>
            </a:r>
            <a:r>
              <a:rPr lang="zh-TW" altLang="en-US" sz="8000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大家 </a:t>
            </a:r>
            <a:r>
              <a:rPr lang="en-US" altLang="zh-TW" sz="8000" dirty="0" smtClean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8000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141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292</TotalTime>
  <Words>155</Words>
  <Application>Microsoft Office PowerPoint</Application>
  <PresentationFormat>寬螢幕</PresentationFormat>
  <Paragraphs>64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微軟正黑體</vt:lpstr>
      <vt:lpstr>新細明體</vt:lpstr>
      <vt:lpstr>標楷體</vt:lpstr>
      <vt:lpstr>Arial</vt:lpstr>
      <vt:lpstr>Calibri</vt:lpstr>
      <vt:lpstr>Calibri Light</vt:lpstr>
      <vt:lpstr>回顧</vt:lpstr>
      <vt:lpstr>期中小專題報告  主題:多肉植物購物網</vt:lpstr>
      <vt:lpstr>PowerPoint 簡報</vt:lpstr>
      <vt:lpstr>應用技術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期中小專題報告  主題:多肉植物</dc:title>
  <dc:creator>Microsoft 帳戶</dc:creator>
  <cp:lastModifiedBy>Microsoft 帳戶</cp:lastModifiedBy>
  <cp:revision>14</cp:revision>
  <dcterms:created xsi:type="dcterms:W3CDTF">2024-08-24T13:48:29Z</dcterms:created>
  <dcterms:modified xsi:type="dcterms:W3CDTF">2024-08-25T03:22:38Z</dcterms:modified>
</cp:coreProperties>
</file>